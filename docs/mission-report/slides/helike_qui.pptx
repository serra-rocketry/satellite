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UMA SAMARA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0292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UM SATÉLITE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NATUREZA → EQUAÇÃO → CÓDIGO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371600" y="5303520"/>
            <a:ext cx="6400800" cy="3657600"/>
          </a:xfrm>
          <a:prstGeom prst="roundRect">
            <a:avLst>
              <a:gd name="adj" fmla="val 2500"/>
            </a:avLst>
          </a:prstGeom>
          <a:solidFill>
            <a:srgbClr val="E8E4F0"/>
          </a:solidFill>
          <a:ln w="25400">
            <a:solidFill>
              <a:srgbClr val="2D1959"/>
            </a:solidFill>
            <a:prstDash val="solid"/>
          </a:ln>
        </p:spPr>
      </p:sp>
      <p:pic>
        <p:nvPicPr>
          <p:cNvPr id="24" name="Image 0" descr="/home/vinicius/Documentos/projects/satellite/docs/mission-report/assets/membro_segurando_a_versao_asa2_sem_fun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5440680"/>
            <a:ext cx="4754880" cy="33832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6" name="Image 1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7" name="Image 2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8" name="Image 3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TRÊS GERAÇÕES DE ASAS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ASA1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7.68 m/s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primeira queda estável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44952" y="3566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29184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ASA2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7472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8.04 m/s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474720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eletrônica embarcada validada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33872" y="3566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08076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E8E4F0"/>
          </a:solidFill>
          <a:ln w="25400">
            <a:solidFill>
              <a:srgbClr val="2D19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ASA3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6364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12.90 m/s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63640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geometria final, 2 asas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60350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queda de drone gerava dados. Cada dado gerava a próxima asa.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2920" y="6675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valores de impacto nos drop tests (~20-30 m)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8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9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40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 ISSO TUDO VIROU CÓDIGO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8138160" cy="4206240"/>
          </a:xfrm>
          <a:prstGeom prst="roundRect">
            <a:avLst>
              <a:gd name="adj" fmla="val 2174"/>
            </a:avLst>
          </a:prstGeom>
          <a:solidFill>
            <a:srgbClr val="E8E4F0"/>
          </a:solidFill>
          <a:ln w="25400">
            <a:solidFill>
              <a:srgbClr val="2D19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468880"/>
            <a:ext cx="7406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loop de voo — roda 5x por segundo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(true) {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ler_sensores();        // IMU, pressão, GPS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validar_dados();       // descarta leitura ruim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transmitir_lora();     // manda pra base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gravar_sd();           // guarda tudo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195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675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loop, 5 medições por segundo · se travar, o chip reinicia sozinho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74066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esse código voa dentro de 5 × 5 × 5 cm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6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7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8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RESULTADO?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~470 RPM GIRANDO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ATÉ POUSAR.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02920" y="5577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Amanhã: o time por trás disso.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5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6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7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2026-08-24T01:09:25Z</dcterms:created>
  <dcterms:modified xsi:type="dcterms:W3CDTF">2026-08-24T01:09:25Z</dcterms:modified>
</cp:coreProperties>
</file>