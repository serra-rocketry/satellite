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9144000" cy="11430000"/>
  <p:notesSz cx="11430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5603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VOO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502920" y="35661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ACONTECEU.</a:t>
            </a:r>
            <a:endParaRPr lang="en-US" sz="5400" dirty="0"/>
          </a:p>
        </p:txBody>
      </p:sp>
      <p:sp>
        <p:nvSpPr>
          <p:cNvPr id="22" name="Text 20"/>
          <p:cNvSpPr/>
          <p:nvPr/>
        </p:nvSpPr>
        <p:spPr>
          <a:xfrm>
            <a:off x="50292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Helike #213 · LASC 2026 · [DATA]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STATUS DA MISSÃO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19456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35915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EJEÇÃO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3383280" y="235915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Helike foi ejetado do Dédalo no apogeu?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269480" y="235915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[preencher]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02920" y="365760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82219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SRAB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3383280" y="382219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as asas abriram e a descida foi autorrotativa?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269480" y="382219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[preencher]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02920" y="512064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2852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TELEMETRIA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3383280" y="528523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recebemos os pacotes LoRa na ground station?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7269480" y="528523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[preencher]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502920" y="6583680"/>
            <a:ext cx="8138160" cy="1234440"/>
          </a:xfrm>
          <a:prstGeom prst="roundRect">
            <a:avLst>
              <a:gd name="adj" fmla="val 7407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67482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907AB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RECUPERAÇÃO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383280" y="6748272"/>
            <a:ext cx="3840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satélite foi localizado e recuperado?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69480" y="6748272"/>
            <a:ext cx="1234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[preencher]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02920" y="813816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Análise completa dos dados no post-mortem técnico.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9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40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41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PREVISTO × REALIZADO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502920" y="219456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235915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APOGEU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017520" y="235915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1520 m (simulado)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126480" y="23591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[real]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502920" y="361188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37764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DESCIDA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017520" y="37764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111 s (simulado)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126480" y="377647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[real]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502920" y="5029200"/>
            <a:ext cx="8138160" cy="1188720"/>
          </a:xfrm>
          <a:prstGeom prst="roundRect">
            <a:avLst>
              <a:gd name="adj" fmla="val 7692"/>
            </a:avLst>
          </a:prstGeom>
          <a:solidFill>
            <a:srgbClr val="E8E4F0"/>
          </a:solidFill>
          <a:ln w="12700">
            <a:solidFill>
              <a:srgbClr val="E8E4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" y="519379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IMPACTO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3017520" y="519379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13.33 m/s (simulado)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126480" y="519379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2874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[real]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502920" y="6583680"/>
            <a:ext cx="8138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Onde o modelo acertou — e onde errou — no post-mortem.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35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36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37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2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43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3" name="Shape 1"/>
          <p:cNvSpPr/>
          <p:nvPr/>
        </p:nvSpPr>
        <p:spPr>
          <a:xfrm>
            <a:off x="2286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4" name="Shape 2"/>
          <p:cNvSpPr/>
          <p:nvPr/>
        </p:nvSpPr>
        <p:spPr>
          <a:xfrm>
            <a:off x="3429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7" name="Shape 5"/>
          <p:cNvSpPr/>
          <p:nvPr/>
        </p:nvSpPr>
        <p:spPr>
          <a:xfrm>
            <a:off x="6858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8" name="Shape 6"/>
          <p:cNvSpPr/>
          <p:nvPr/>
        </p:nvSpPr>
        <p:spPr>
          <a:xfrm>
            <a:off x="8001000" y="0"/>
            <a:ext cx="18288" cy="11430000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9" name="Shape 7"/>
          <p:cNvSpPr/>
          <p:nvPr/>
        </p:nvSpPr>
        <p:spPr>
          <a:xfrm>
            <a:off x="0" y="1143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0" name="Shape 8"/>
          <p:cNvSpPr/>
          <p:nvPr/>
        </p:nvSpPr>
        <p:spPr>
          <a:xfrm>
            <a:off x="0" y="2286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1" name="Shape 9"/>
          <p:cNvSpPr/>
          <p:nvPr/>
        </p:nvSpPr>
        <p:spPr>
          <a:xfrm>
            <a:off x="0" y="3429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2" name="Shape 10"/>
          <p:cNvSpPr/>
          <p:nvPr/>
        </p:nvSpPr>
        <p:spPr>
          <a:xfrm>
            <a:off x="0" y="4572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3" name="Shape 11"/>
          <p:cNvSpPr/>
          <p:nvPr/>
        </p:nvSpPr>
        <p:spPr>
          <a:xfrm>
            <a:off x="0" y="5715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4" name="Shape 12"/>
          <p:cNvSpPr/>
          <p:nvPr/>
        </p:nvSpPr>
        <p:spPr>
          <a:xfrm>
            <a:off x="0" y="6858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5" name="Shape 13"/>
          <p:cNvSpPr/>
          <p:nvPr/>
        </p:nvSpPr>
        <p:spPr>
          <a:xfrm>
            <a:off x="0" y="8001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6" name="Shape 14"/>
          <p:cNvSpPr/>
          <p:nvPr/>
        </p:nvSpPr>
        <p:spPr>
          <a:xfrm>
            <a:off x="0" y="9144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7" name="Shape 15"/>
          <p:cNvSpPr/>
          <p:nvPr/>
        </p:nvSpPr>
        <p:spPr>
          <a:xfrm>
            <a:off x="0" y="10287000"/>
            <a:ext cx="9144000" cy="18288"/>
          </a:xfrm>
          <a:prstGeom prst="rect">
            <a:avLst/>
          </a:prstGeom>
          <a:solidFill>
            <a:srgbClr val="C9C2D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65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658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MISSÃO HELIKE - #213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21208" y="841248"/>
            <a:ext cx="914400" cy="36576"/>
          </a:xfrm>
          <a:prstGeom prst="rect">
            <a:avLst/>
          </a:prstGeom>
          <a:solidFill>
            <a:srgbClr val="F2874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1089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D195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POST-MORTEM TÉCNICO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502920" y="3931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28749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NA PRÓXIMA SEMANA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502920" y="5029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B658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Sucessos, falhas e todos os dados. Sem filtro.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0" y="10195560"/>
            <a:ext cx="9144000" cy="36576"/>
          </a:xfrm>
          <a:prstGeom prst="rect">
            <a:avLst/>
          </a:prstGeom>
          <a:solidFill>
            <a:srgbClr val="2D1959"/>
          </a:solidFill>
          <a:ln/>
        </p:spPr>
      </p:sp>
      <p:pic>
        <p:nvPicPr>
          <p:cNvPr id="24" name="Image 0" descr="/home/vinicius/Documentos/projects/satellite/docs/mission-report/assets/LOGO 2026 - PRE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332720"/>
            <a:ext cx="1051560" cy="1051560"/>
          </a:xfrm>
          <a:prstGeom prst="rect">
            <a:avLst/>
          </a:prstGeom>
        </p:spPr>
      </p:pic>
      <p:pic>
        <p:nvPicPr>
          <p:cNvPr id="25" name="Image 1" descr="/home/vinicius/Documentos/projects/satellite/docs/mission-report/assets/mission_pat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528" y="10332720"/>
            <a:ext cx="1051560" cy="1051560"/>
          </a:xfrm>
          <a:prstGeom prst="rect">
            <a:avLst/>
          </a:prstGeom>
        </p:spPr>
      </p:pic>
      <p:pic>
        <p:nvPicPr>
          <p:cNvPr id="26" name="Image 2" descr="/home/vinicius/Documentos/projects/satellite/docs/mission-report/assets/logo_las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568" y="10332720"/>
            <a:ext cx="956920" cy="1051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2026-08-24T19:12:25Z</dcterms:created>
  <dcterms:modified xsi:type="dcterms:W3CDTF">2026-08-24T19:12:25Z</dcterms:modified>
</cp:coreProperties>
</file>