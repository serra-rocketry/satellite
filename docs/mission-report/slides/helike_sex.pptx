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FEZ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HELIKE?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time por trás do projeto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CUIDA DO QUÊ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ESTRUTURA + SRAB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724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[NOME 1]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[NOME 2]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4572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geometria das asas, mecanismo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passivo, integração mecânica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22860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ELETRÔNICA + FIRMWARE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16636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[NOME 3]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[NOME 4]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66360" y="4572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ESP32-C3, sensores, LoRa,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loop de voo 5 Hz, watchdog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0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1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2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118872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SIMULAÇÃO + DOCS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7240" y="2057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[NOME 5]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[NOME 6]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3291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RocketPy, Monte Carlo,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mission report, compliance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18872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COMEÇOU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166360" y="20574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universitário do IPRJ-UERJ,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autofinanciado, aprendendo fazendo.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Seis pessoas dividindo tudo.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4754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Seis nomes, seis funções — preencher antes de publicar.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9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0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1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 VER ESSE CUBO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3703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CAINDO E GIRANDO?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" y="484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Siga — lançamento dia [DATA].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2026-08-24T01:09:26Z</dcterms:created>
  <dcterms:modified xsi:type="dcterms:W3CDTF">2026-08-24T01:09:26Z</dcterms:modified>
</cp:coreProperties>
</file>