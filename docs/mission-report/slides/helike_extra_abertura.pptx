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11430000"/>
  <p:notesSz cx="11430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5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4" name="Shape 2"/>
          <p:cNvSpPr/>
          <p:nvPr/>
        </p:nvSpPr>
        <p:spPr>
          <a:xfrm>
            <a:off x="3429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6" name="Shape 4"/>
          <p:cNvSpPr/>
          <p:nvPr/>
        </p:nvSpPr>
        <p:spPr>
          <a:xfrm>
            <a:off x="5715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8" name="Shape 6"/>
          <p:cNvSpPr/>
          <p:nvPr/>
        </p:nvSpPr>
        <p:spPr>
          <a:xfrm>
            <a:off x="8001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1143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2286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3429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4572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5715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6858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8001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9144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10287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5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MISSÃO HELIKE - #213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21208" y="841248"/>
            <a:ext cx="914400" cy="36576"/>
          </a:xfrm>
          <a:prstGeom prst="rect">
            <a:avLst/>
          </a:prstGeom>
          <a:solidFill>
            <a:srgbClr val="F28749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2377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ESTAMOS EM IACANGA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502920" y="32004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2874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LASC 2026 COMEÇA HOJE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502920" y="475488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A85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[foto da chegada/montagem do stand]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0" y="10195560"/>
            <a:ext cx="9144000" cy="36576"/>
          </a:xfrm>
          <a:prstGeom prst="rect">
            <a:avLst/>
          </a:prstGeom>
          <a:solidFill>
            <a:srgbClr val="2D1959"/>
          </a:solidFill>
          <a:ln/>
        </p:spPr>
      </p:sp>
      <p:pic>
        <p:nvPicPr>
          <p:cNvPr id="24" name="Image 0" descr="/home/vinicius/Documentos/projects/satellite/docs/mission-report/assets/LOGO 2026 - BRAN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332720"/>
            <a:ext cx="1051560" cy="1051560"/>
          </a:xfrm>
          <a:prstGeom prst="rect">
            <a:avLst/>
          </a:prstGeom>
        </p:spPr>
      </p:pic>
      <p:pic>
        <p:nvPicPr>
          <p:cNvPr id="25" name="Image 1" descr="/home/vinicius/Documentos/projects/satellite/docs/mission-report/assets/mission_pat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4528" y="10332720"/>
            <a:ext cx="1051560" cy="1051560"/>
          </a:xfrm>
          <a:prstGeom prst="rect">
            <a:avLst/>
          </a:prstGeom>
        </p:spPr>
      </p:pic>
      <p:pic>
        <p:nvPicPr>
          <p:cNvPr id="26" name="Image 2" descr="/home/vinicius/Documentos/projects/satellite/docs/mission-report/assets/logo_las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8" y="10332720"/>
            <a:ext cx="95692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5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4" name="Shape 2"/>
          <p:cNvSpPr/>
          <p:nvPr/>
        </p:nvSpPr>
        <p:spPr>
          <a:xfrm>
            <a:off x="3429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6" name="Shape 4"/>
          <p:cNvSpPr/>
          <p:nvPr/>
        </p:nvSpPr>
        <p:spPr>
          <a:xfrm>
            <a:off x="5715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8" name="Shape 6"/>
          <p:cNvSpPr/>
          <p:nvPr/>
        </p:nvSpPr>
        <p:spPr>
          <a:xfrm>
            <a:off x="8001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1143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2286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3429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4572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5715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6858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8001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9144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10287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5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MISSÃO HELIKE - #213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21208" y="841248"/>
            <a:ext cx="914400" cy="36576"/>
          </a:xfrm>
          <a:prstGeom prst="rect">
            <a:avLst/>
          </a:prstGeom>
          <a:solidFill>
            <a:srgbClr val="F28749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1188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 QUE A GENTE LEVOU</a:t>
            </a:r>
            <a:endParaRPr lang="en-US" sz="3200" dirty="0"/>
          </a:p>
        </p:txBody>
      </p:sp>
      <p:sp>
        <p:nvSpPr>
          <p:cNvPr id="21" name="Shape 19"/>
          <p:cNvSpPr/>
          <p:nvPr/>
        </p:nvSpPr>
        <p:spPr>
          <a:xfrm>
            <a:off x="502920" y="2286000"/>
            <a:ext cx="8138160" cy="1463040"/>
          </a:xfrm>
          <a:prstGeom prst="roundRect">
            <a:avLst>
              <a:gd name="adj" fmla="val 6250"/>
            </a:avLst>
          </a:prstGeom>
          <a:solidFill>
            <a:srgbClr val="151020"/>
          </a:solidFill>
          <a:ln w="12700">
            <a:solidFill>
              <a:srgbClr val="1510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251460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07AB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HELIKE #213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22960" y="3017520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5A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 PocketQube com o SRAB, pronto pra integrar no deployer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02920" y="4023360"/>
            <a:ext cx="8138160" cy="1463040"/>
          </a:xfrm>
          <a:prstGeom prst="roundRect">
            <a:avLst>
              <a:gd name="adj" fmla="val 6250"/>
            </a:avLst>
          </a:prstGeom>
          <a:solidFill>
            <a:srgbClr val="151020"/>
          </a:solidFill>
          <a:ln w="12700">
            <a:solidFill>
              <a:srgbClr val="1510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425196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07AB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GROUND STATION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22960" y="4754880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5A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estação LoRa pra receber a telemetria ao vivo da descida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2920" y="594360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A85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[foto da integração no Dédalo quando acontecer]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0" y="10195560"/>
            <a:ext cx="9144000" cy="36576"/>
          </a:xfrm>
          <a:prstGeom prst="rect">
            <a:avLst/>
          </a:prstGeom>
          <a:solidFill>
            <a:srgbClr val="2D1959"/>
          </a:solidFill>
          <a:ln/>
        </p:spPr>
      </p:sp>
      <p:pic>
        <p:nvPicPr>
          <p:cNvPr id="29" name="Image 0" descr="/home/vinicius/Documentos/projects/satellite/docs/mission-report/assets/LOGO 2026 - BRAN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332720"/>
            <a:ext cx="1051560" cy="1051560"/>
          </a:xfrm>
          <a:prstGeom prst="rect">
            <a:avLst/>
          </a:prstGeom>
        </p:spPr>
      </p:pic>
      <p:pic>
        <p:nvPicPr>
          <p:cNvPr id="30" name="Image 1" descr="/home/vinicius/Documentos/projects/satellite/docs/mission-report/assets/mission_pat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4528" y="10332720"/>
            <a:ext cx="1051560" cy="1051560"/>
          </a:xfrm>
          <a:prstGeom prst="rect">
            <a:avLst/>
          </a:prstGeom>
        </p:spPr>
      </p:pic>
      <p:pic>
        <p:nvPicPr>
          <p:cNvPr id="31" name="Image 2" descr="/home/vinicius/Documentos/projects/satellite/docs/mission-report/assets/logo_las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8" y="10332720"/>
            <a:ext cx="95692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5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4" name="Shape 2"/>
          <p:cNvSpPr/>
          <p:nvPr/>
        </p:nvSpPr>
        <p:spPr>
          <a:xfrm>
            <a:off x="3429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6" name="Shape 4"/>
          <p:cNvSpPr/>
          <p:nvPr/>
        </p:nvSpPr>
        <p:spPr>
          <a:xfrm>
            <a:off x="5715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8" name="Shape 6"/>
          <p:cNvSpPr/>
          <p:nvPr/>
        </p:nvSpPr>
        <p:spPr>
          <a:xfrm>
            <a:off x="8001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1143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2286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3429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4572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5715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6858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8001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9144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10287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5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MISSÃO HELIKE - #213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21208" y="841248"/>
            <a:ext cx="914400" cy="36576"/>
          </a:xfrm>
          <a:prstGeom prst="rect">
            <a:avLst/>
          </a:prstGeom>
          <a:solidFill>
            <a:srgbClr val="F28749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1188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AGENDA 02–05/09</a:t>
            </a:r>
            <a:endParaRPr lang="en-US" sz="3200" dirty="0"/>
          </a:p>
        </p:txBody>
      </p:sp>
      <p:sp>
        <p:nvSpPr>
          <p:cNvPr id="21" name="Shape 19"/>
          <p:cNvSpPr/>
          <p:nvPr/>
        </p:nvSpPr>
        <p:spPr>
          <a:xfrm>
            <a:off x="502920" y="2286000"/>
            <a:ext cx="8138160" cy="1188720"/>
          </a:xfrm>
          <a:prstGeom prst="roundRect">
            <a:avLst>
              <a:gd name="adj" fmla="val 7692"/>
            </a:avLst>
          </a:prstGeom>
          <a:solidFill>
            <a:srgbClr val="151020"/>
          </a:solidFill>
          <a:ln w="12700">
            <a:solidFill>
              <a:srgbClr val="1510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24688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07A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02/09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017520" y="246888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abertura, credenciamento, montagem do stand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02920" y="3703320"/>
            <a:ext cx="8138160" cy="1188720"/>
          </a:xfrm>
          <a:prstGeom prst="roundRect">
            <a:avLst>
              <a:gd name="adj" fmla="val 7692"/>
            </a:avLst>
          </a:prstGeom>
          <a:solidFill>
            <a:srgbClr val="151020"/>
          </a:solidFill>
          <a:ln w="12700">
            <a:solidFill>
              <a:srgbClr val="1510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38862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07A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03–05/09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017520" y="388620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janela de lançamento — Helike no Dédalo #11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02920" y="5120640"/>
            <a:ext cx="8138160" cy="1188720"/>
          </a:xfrm>
          <a:prstGeom prst="roundRect">
            <a:avLst>
              <a:gd name="adj" fmla="val 7692"/>
            </a:avLst>
          </a:prstGeom>
          <a:solidFill>
            <a:srgbClr val="151020"/>
          </a:solidFill>
          <a:ln w="12700">
            <a:solidFill>
              <a:srgbClr val="15102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53035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07A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[DIA]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017520" y="530352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apresentação técnica na bancada [preencher]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02920" y="685800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874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Acompanhe tudo nos stories.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0" y="10195560"/>
            <a:ext cx="9144000" cy="36576"/>
          </a:xfrm>
          <a:prstGeom prst="rect">
            <a:avLst/>
          </a:prstGeom>
          <a:solidFill>
            <a:srgbClr val="2D1959"/>
          </a:solidFill>
          <a:ln/>
        </p:spPr>
      </p:sp>
      <p:pic>
        <p:nvPicPr>
          <p:cNvPr id="32" name="Image 0" descr="/home/vinicius/Documentos/projects/satellite/docs/mission-report/assets/LOGO 2026 - BRAN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332720"/>
            <a:ext cx="1051560" cy="1051560"/>
          </a:xfrm>
          <a:prstGeom prst="rect">
            <a:avLst/>
          </a:prstGeom>
        </p:spPr>
      </p:pic>
      <p:pic>
        <p:nvPicPr>
          <p:cNvPr id="33" name="Image 1" descr="/home/vinicius/Documentos/projects/satellite/docs/mission-report/assets/mission_pat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4528" y="10332720"/>
            <a:ext cx="1051560" cy="1051560"/>
          </a:xfrm>
          <a:prstGeom prst="rect">
            <a:avLst/>
          </a:prstGeom>
        </p:spPr>
      </p:pic>
      <p:pic>
        <p:nvPicPr>
          <p:cNvPr id="34" name="Image 2" descr="/home/vinicius/Documentos/projects/satellite/docs/mission-report/assets/logo_las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8" y="10332720"/>
            <a:ext cx="95692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5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4" name="Shape 2"/>
          <p:cNvSpPr/>
          <p:nvPr/>
        </p:nvSpPr>
        <p:spPr>
          <a:xfrm>
            <a:off x="3429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6" name="Shape 4"/>
          <p:cNvSpPr/>
          <p:nvPr/>
        </p:nvSpPr>
        <p:spPr>
          <a:xfrm>
            <a:off x="5715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8" name="Shape 6"/>
          <p:cNvSpPr/>
          <p:nvPr/>
        </p:nvSpPr>
        <p:spPr>
          <a:xfrm>
            <a:off x="8001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1143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2286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3429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4572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5715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6858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8001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9144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10287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5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MISSÃO HELIKE - #213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21208" y="841248"/>
            <a:ext cx="914400" cy="36576"/>
          </a:xfrm>
          <a:prstGeom prst="rect">
            <a:avLst/>
          </a:prstGeom>
          <a:solidFill>
            <a:srgbClr val="F28749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108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LANÇAMENTO PREVISTO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502920" y="3840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874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PARA [DIA 03–05/09]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502920" y="4937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07AB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Ative as notificações.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0" y="10195560"/>
            <a:ext cx="9144000" cy="36576"/>
          </a:xfrm>
          <a:prstGeom prst="rect">
            <a:avLst/>
          </a:prstGeom>
          <a:solidFill>
            <a:srgbClr val="2D1959"/>
          </a:solidFill>
          <a:ln/>
        </p:spPr>
      </p:sp>
      <p:pic>
        <p:nvPicPr>
          <p:cNvPr id="24" name="Image 0" descr="/home/vinicius/Documentos/projects/satellite/docs/mission-report/assets/LOGO 2026 - BRAN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332720"/>
            <a:ext cx="1051560" cy="1051560"/>
          </a:xfrm>
          <a:prstGeom prst="rect">
            <a:avLst/>
          </a:prstGeom>
        </p:spPr>
      </p:pic>
      <p:pic>
        <p:nvPicPr>
          <p:cNvPr id="25" name="Image 1" descr="/home/vinicius/Documentos/projects/satellite/docs/mission-report/assets/mission_pat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4528" y="10332720"/>
            <a:ext cx="1051560" cy="1051560"/>
          </a:xfrm>
          <a:prstGeom prst="rect">
            <a:avLst/>
          </a:prstGeom>
        </p:spPr>
      </p:pic>
      <p:pic>
        <p:nvPicPr>
          <p:cNvPr id="26" name="Image 2" descr="/home/vinicius/Documentos/projects/satellite/docs/mission-report/assets/logo_las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8" y="10332720"/>
            <a:ext cx="956920" cy="10515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2026-08-24T19:12:25Z</dcterms:created>
  <dcterms:modified xsi:type="dcterms:W3CDTF">2026-08-24T19:12:25Z</dcterms:modified>
</cp:coreProperties>
</file>