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11430000"/>
  <p:notesSz cx="11430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4" name="Shape 2"/>
          <p:cNvSpPr/>
          <p:nvPr/>
        </p:nvSpPr>
        <p:spPr>
          <a:xfrm>
            <a:off x="3429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143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572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715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858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8001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9144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10287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5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MISSÃO HELIKE - #213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1208" y="841248"/>
            <a:ext cx="914400" cy="36576"/>
          </a:xfrm>
          <a:prstGeom prst="rect">
            <a:avLst/>
          </a:prstGeom>
          <a:solidFill>
            <a:srgbClr val="F28749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377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OBRIGADO,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502920" y="3291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287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LASC 2026.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502920" y="475488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5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[foto da equipe no stand]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0" y="10195560"/>
            <a:ext cx="9144000" cy="36576"/>
          </a:xfrm>
          <a:prstGeom prst="rect">
            <a:avLst/>
          </a:prstGeom>
          <a:solidFill>
            <a:srgbClr val="2D1959"/>
          </a:solidFill>
          <a:ln/>
        </p:spPr>
      </p:sp>
      <p:pic>
        <p:nvPicPr>
          <p:cNvPr id="24" name="Image 0" descr="/home/vinicius/Documentos/projects/satellite/docs/mission-report/assets/LOGO 2026 - BRAN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332720"/>
            <a:ext cx="1051560" cy="1051560"/>
          </a:xfrm>
          <a:prstGeom prst="rect">
            <a:avLst/>
          </a:prstGeom>
        </p:spPr>
      </p:pic>
      <p:pic>
        <p:nvPicPr>
          <p:cNvPr id="25" name="Image 1" descr="/home/vinicius/Documentos/projects/satellite/docs/mission-report/assets/mission_pat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10332720"/>
            <a:ext cx="1051560" cy="1051560"/>
          </a:xfrm>
          <a:prstGeom prst="rect">
            <a:avLst/>
          </a:prstGeom>
        </p:spPr>
      </p:pic>
      <p:pic>
        <p:nvPicPr>
          <p:cNvPr id="26" name="Image 2" descr="/home/vinicius/Documentos/projects/satellite/docs/mission-report/assets/logo_las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10332720"/>
            <a:ext cx="95692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4" name="Shape 2"/>
          <p:cNvSpPr/>
          <p:nvPr/>
        </p:nvSpPr>
        <p:spPr>
          <a:xfrm>
            <a:off x="3429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143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572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715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858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8001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9144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10287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5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MISSÃO HELIKE - #213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1208" y="841248"/>
            <a:ext cx="914400" cy="36576"/>
          </a:xfrm>
          <a:prstGeom prst="rect">
            <a:avLst/>
          </a:prstGeom>
          <a:solidFill>
            <a:srgbClr val="F28749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EQUIPE EM PESSOA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502920" y="2194560"/>
            <a:ext cx="8138160" cy="4480560"/>
          </a:xfrm>
          <a:prstGeom prst="roundRect">
            <a:avLst>
              <a:gd name="adj" fmla="val 2041"/>
            </a:avLst>
          </a:prstGeom>
          <a:solidFill>
            <a:srgbClr val="151020"/>
          </a:solidFill>
          <a:ln w="12700">
            <a:solidFill>
              <a:srgbClr val="151020"/>
            </a:solidFill>
            <a:prstDash val="solid"/>
          </a:ln>
        </p:spPr>
      </p:sp>
      <p:pic>
        <p:nvPicPr>
          <p:cNvPr id="22" name="Image 0" descr="/home/vinicius/Documentos/projects/satellite/docs/mission-report/assets/membro_segurando_a_versao_asa2_sem_fund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17320" y="2468880"/>
            <a:ext cx="6309360" cy="393192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02920" y="694944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 workshop da primeira asa ao lançamento: seis pessoas,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dois anos, um cubo de 5 cm.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0" y="10195560"/>
            <a:ext cx="9144000" cy="36576"/>
          </a:xfrm>
          <a:prstGeom prst="rect">
            <a:avLst/>
          </a:prstGeom>
          <a:solidFill>
            <a:srgbClr val="2D1959"/>
          </a:solidFill>
          <a:ln/>
        </p:spPr>
      </p:sp>
      <p:pic>
        <p:nvPicPr>
          <p:cNvPr id="25" name="Image 1" descr="/home/vinicius/Documentos/projects/satellite/docs/mission-report/assets/LOGO 2026 - BRANC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332720"/>
            <a:ext cx="1051560" cy="1051560"/>
          </a:xfrm>
          <a:prstGeom prst="rect">
            <a:avLst/>
          </a:prstGeom>
        </p:spPr>
      </p:pic>
      <p:pic>
        <p:nvPicPr>
          <p:cNvPr id="26" name="Image 2" descr="/home/vinicius/Documentos/projects/satellite/docs/mission-report/assets/mission_pat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10332720"/>
            <a:ext cx="1051560" cy="1051560"/>
          </a:xfrm>
          <a:prstGeom prst="rect">
            <a:avLst/>
          </a:prstGeom>
        </p:spPr>
      </p:pic>
      <p:pic>
        <p:nvPicPr>
          <p:cNvPr id="27" name="Image 3" descr="/home/vinicius/Documentos/projects/satellite/docs/mission-report/assets/logo_las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8" y="10332720"/>
            <a:ext cx="95692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4" name="Shape 2"/>
          <p:cNvSpPr/>
          <p:nvPr/>
        </p:nvSpPr>
        <p:spPr>
          <a:xfrm>
            <a:off x="3429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143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572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715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858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8001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9144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10287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5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MISSÃO HELIKE - #213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1208" y="841248"/>
            <a:ext cx="914400" cy="36576"/>
          </a:xfrm>
          <a:prstGeom prst="rect">
            <a:avLst/>
          </a:prstGeom>
          <a:solidFill>
            <a:srgbClr val="F28749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11887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OBRIGADO A TODOS QUE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502920" y="1828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87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FEZ ISSO ACONTECER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50292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07A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LASC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017520" y="274320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pela oportunidade de voo e pela organização impecável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" y="3657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07A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Alba Orbital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3017520" y="365760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pelo frame 1P que viabilizou a missão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" y="4572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07A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IPRJ-UERJ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3017520" y="457200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pelo apoio à equipe e ao laboratório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" y="5486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07A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Comunidade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3017520" y="548640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por cada comentário, compartilhamento e torcida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2920" y="649224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5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[adicionar patrocinadores/apoios quando houver]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0" y="10195560"/>
            <a:ext cx="9144000" cy="36576"/>
          </a:xfrm>
          <a:prstGeom prst="rect">
            <a:avLst/>
          </a:prstGeom>
          <a:solidFill>
            <a:srgbClr val="2D1959"/>
          </a:solidFill>
          <a:ln/>
        </p:spPr>
      </p:sp>
      <p:pic>
        <p:nvPicPr>
          <p:cNvPr id="32" name="Image 0" descr="/home/vinicius/Documentos/projects/satellite/docs/mission-report/assets/LOGO 2026 - BRAN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332720"/>
            <a:ext cx="1051560" cy="1051560"/>
          </a:xfrm>
          <a:prstGeom prst="rect">
            <a:avLst/>
          </a:prstGeom>
        </p:spPr>
      </p:pic>
      <p:pic>
        <p:nvPicPr>
          <p:cNvPr id="33" name="Image 1" descr="/home/vinicius/Documentos/projects/satellite/docs/mission-report/assets/mission_pat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10332720"/>
            <a:ext cx="1051560" cy="1051560"/>
          </a:xfrm>
          <a:prstGeom prst="rect">
            <a:avLst/>
          </a:prstGeom>
        </p:spPr>
      </p:pic>
      <p:pic>
        <p:nvPicPr>
          <p:cNvPr id="34" name="Image 2" descr="/home/vinicius/Documentos/projects/satellite/docs/mission-report/assets/logo_las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10332720"/>
            <a:ext cx="95692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4" name="Shape 2"/>
          <p:cNvSpPr/>
          <p:nvPr/>
        </p:nvSpPr>
        <p:spPr>
          <a:xfrm>
            <a:off x="3429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143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572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715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858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8001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9144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10287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5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MISSÃO HELIKE - #213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1208" y="841248"/>
            <a:ext cx="914400" cy="36576"/>
          </a:xfrm>
          <a:prstGeom prst="rect">
            <a:avLst/>
          </a:prstGeom>
          <a:solidFill>
            <a:srgbClr val="F28749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1945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 AGORA?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50292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Post-mortem técnico completo com os dados do voo.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02920" y="38404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SRAB continua: da validação à tecnologia de voo para futuras missões PocketQube.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02920" y="4937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87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Acompanhe a Serra Rocketry.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02920" y="5760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07A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github.com/ViniciusCMB/satellite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0" y="10195560"/>
            <a:ext cx="9144000" cy="36576"/>
          </a:xfrm>
          <a:prstGeom prst="rect">
            <a:avLst/>
          </a:prstGeom>
          <a:solidFill>
            <a:srgbClr val="2D1959"/>
          </a:solidFill>
          <a:ln/>
        </p:spPr>
      </p:sp>
      <p:pic>
        <p:nvPicPr>
          <p:cNvPr id="26" name="Image 0" descr="/home/vinicius/Documentos/projects/satellite/docs/mission-report/assets/LOGO 2026 - BRAN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332720"/>
            <a:ext cx="1051560" cy="1051560"/>
          </a:xfrm>
          <a:prstGeom prst="rect">
            <a:avLst/>
          </a:prstGeom>
        </p:spPr>
      </p:pic>
      <p:pic>
        <p:nvPicPr>
          <p:cNvPr id="27" name="Image 1" descr="/home/vinicius/Documentos/projects/satellite/docs/mission-report/assets/mission_pat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10332720"/>
            <a:ext cx="1051560" cy="1051560"/>
          </a:xfrm>
          <a:prstGeom prst="rect">
            <a:avLst/>
          </a:prstGeom>
        </p:spPr>
      </p:pic>
      <p:pic>
        <p:nvPicPr>
          <p:cNvPr id="28" name="Image 2" descr="/home/vinicius/Documentos/projects/satellite/docs/mission-report/assets/logo_las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10332720"/>
            <a:ext cx="956920" cy="1051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2026-08-24T19:12:25Z</dcterms:created>
  <dcterms:modified xsi:type="dcterms:W3CDTF">2026-08-24T19:12:25Z</dcterms:modified>
</cp:coreProperties>
</file>