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SIMULAMOS O VOO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02920" y="3017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INTEIRO ANTES DELE EXISTIR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02920" y="4297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 QUANDO O SIMULADOR NÃO TINHA O QUE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GENTE PRECISAVA, ESCREVEMOS.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4" name="Image 0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5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6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OBSTÁCULO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502920" y="2194560"/>
            <a:ext cx="8138160" cy="3108960"/>
          </a:xfrm>
          <a:prstGeom prst="roundRect">
            <a:avLst>
              <a:gd name="adj" fmla="val 2941"/>
            </a:avLst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46888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Simuladores de foguete (usamos o RocketPy, open source) sabem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duas coisas muito bem: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347472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subida propelida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descida sob paraquedas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56692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Helike não desce sob paraquedas. Ele desce GIRANDO, como uma semente.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tinha botão pra isso.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6" name="Image 0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7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8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SOLUÇÃO: ACOPLAR OS DOIS MUNDOS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02920" y="2286000"/>
            <a:ext cx="8138160" cy="1417320"/>
          </a:xfrm>
          <a:prstGeom prst="roundRect">
            <a:avLst>
              <a:gd name="adj" fmla="val 6452"/>
            </a:avLst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SUBIDA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749040" y="24688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Dédalo sobe no simulador padrão, até o apogeu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4340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02920" y="4069080"/>
            <a:ext cx="8138160" cy="1417320"/>
          </a:xfrm>
          <a:prstGeom prst="roundRect">
            <a:avLst>
              <a:gd name="adj" fmla="val 6452"/>
            </a:avLst>
          </a:prstGeom>
          <a:solidFill>
            <a:srgbClr val="DED8EC"/>
          </a:solidFill>
          <a:ln w="25400">
            <a:solidFill>
              <a:srgbClr val="2D19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251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7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APOGEU 1520 m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749040" y="42519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estado exato (posição + velocidade) é herdado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43400" y="5394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02920" y="5852160"/>
            <a:ext cx="8138160" cy="1417320"/>
          </a:xfrm>
          <a:prstGeom prst="roundRect">
            <a:avLst>
              <a:gd name="adj" fmla="val 6452"/>
            </a:avLst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6035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DESCIDA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749040" y="6035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equação própria do SRAB integra a queda até o solo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2920" y="77724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mesma atmosfera, mesmo vento, um único ponto de hand-off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34" name="Image 0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5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36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NÚMEROS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0292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87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1520 m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83280" y="23591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apogeu do Dédalo com payload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3246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87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111 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383280" y="331927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descida autorrotando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4206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87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13.33 m/s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383280" y="427939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impacto — o alvo de projeto exato (20/1.5)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" y="5166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87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100/100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383280" y="52395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cenários do teste de estresse dentro do limite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" y="6400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Tudo open source. No dia [DATA], a simulação encontra o voo real.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2920" y="70408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github.com/ViniciusCMB/satellite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32" name="Image 0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3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34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2026-08-24T01:09:26Z</dcterms:created>
  <dcterms:modified xsi:type="dcterms:W3CDTF">2026-08-24T01:09:26Z</dcterms:modified>
</cp:coreProperties>
</file>