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4320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[DATA]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 VOA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" y="5212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LASC 2026 · foguete Dédalo #11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VAI ACONTECER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87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SUBIDA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83280" y="248716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Dédalo leva o Helike a ~1520 m de altitude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EJEÇÃO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83280" y="413308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deployer solta o satélite — e as asas abrem sozinhas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55778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779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DESCIDA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83280" y="577900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~111 s girando como uma semente, até o solo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1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2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3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ONDE ACOMPANHAR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8138160" cy="1463040"/>
          </a:xfrm>
          <a:prstGeom prst="roundRect">
            <a:avLst>
              <a:gd name="adj" fmla="val 6250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514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STORIES @SerraRocketry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cobertura ao vivo da equipe em solo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8138160" cy="1463040"/>
          </a:xfrm>
          <a:prstGeom prst="roundRect">
            <a:avLst>
              <a:gd name="adj" fmla="val 6250"/>
            </a:avLst>
          </a:prstGeom>
          <a:solidFill>
            <a:srgbClr val="151020"/>
          </a:solidFill>
          <a:ln w="12700">
            <a:solidFill>
              <a:srgbClr val="151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519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TRANSMISSÃO OFICIAL LASC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[link quando sair]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Telemetria LoRa ao vivo na ground station durante a descida.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9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0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1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2E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ATIVE AS NOTIFICAÇÕES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[DATA] · ÀS [HORA]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5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 a validação que mostramos essa semana vai ser testada de verdade.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2026-08-24T01:09:26Z</dcterms:created>
  <dcterms:modified xsi:type="dcterms:W3CDTF">2026-08-24T01:09:26Z</dcterms:modified>
</cp:coreProperties>
</file>