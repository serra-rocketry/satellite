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1737360"/>
            <a:ext cx="4160520" cy="3108960"/>
          </a:xfrm>
          <a:prstGeom prst="roundRect">
            <a:avLst>
              <a:gd name="adj" fmla="val 2941"/>
            </a:avLst>
          </a:prstGeom>
          <a:solidFill>
            <a:srgbClr val="151020"/>
          </a:solidFill>
          <a:ln w="25400">
            <a:solidFill>
              <a:srgbClr val="2D1959"/>
            </a:solidFill>
            <a:prstDash val="solid"/>
          </a:ln>
        </p:spPr>
      </p:sp>
      <p:pic>
        <p:nvPicPr>
          <p:cNvPr id="21" name="Image 0" descr="/home/vinicius/Documentos/projects/satellite/docs/mission-report/assets/vista_superior_samara_s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057400"/>
            <a:ext cx="3886200" cy="234086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2920" y="22860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NATUREZA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502920" y="30632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RESOLVEU ISSO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502920" y="38404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HÁ MILHÕES DE ANOS.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502920" y="5120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gente só copiou.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7" name="Image 1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8" name="Image 2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9" name="Image 3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SAMARA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02920" y="1874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(SEMENTE DE BORDO)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02920" y="2743200"/>
            <a:ext cx="4114800" cy="3108960"/>
          </a:xfrm>
          <a:prstGeom prst="roundRect">
            <a:avLst>
              <a:gd name="adj" fmla="val 2941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971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PESO DE UM LADO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77240" y="3474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centro de massa fica numa ponta da semente.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92040" y="2743200"/>
            <a:ext cx="4114800" cy="3108960"/>
          </a:xfrm>
          <a:prstGeom prst="roundRect">
            <a:avLst>
              <a:gd name="adj" fmla="val 2941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971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SUSTENTAÇÃO NO OUTRO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166360" y="34747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asa gera sustentação na ponta oposta — o desequilíbrio faz a semente girar em queda.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630936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Girando, a asa gera sustentação extra: é isso que segura a queda.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vórtice de borda de ataque (LEV) dobra esse efeito.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0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1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2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HELIKE COPIA ISSO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502920" y="2194560"/>
            <a:ext cx="8138160" cy="4480560"/>
          </a:xfrm>
          <a:prstGeom prst="roundRect">
            <a:avLst>
              <a:gd name="adj" fmla="val 2041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pic>
        <p:nvPicPr>
          <p:cNvPr id="22" name="Image 0" descr="/home/vinicius/Documentos/projects/satellite/docs/mission-report/assets/versao_asa2_ao_lado_de_varias_semen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2468880"/>
            <a:ext cx="7040880" cy="39319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68580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asa do Helike ao lado das sementes que a inspiraram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2920" y="7589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 motor. Sem comando. Só aerodinâmica.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6" name="Image 1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7" name="Image 2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8" name="Image 3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AMANHÃ: DA SEMENTE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2920" y="3703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AO CÓDIGO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16052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228600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github.com/ViniciusCMB/satellite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5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6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7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2026-08-24T01:09:25Z</dcterms:created>
  <dcterms:modified xsi:type="dcterms:W3CDTF">2026-08-24T01:09:25Z</dcterms:modified>
</cp:coreProperties>
</file>