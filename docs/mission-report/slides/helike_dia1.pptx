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737360"/>
            <a:ext cx="4160520" cy="3337560"/>
          </a:xfrm>
          <a:prstGeom prst="roundRect">
            <a:avLst>
              <a:gd name="adj" fmla="val 2740"/>
            </a:avLst>
          </a:prstGeom>
          <a:solidFill>
            <a:srgbClr val="1B1528"/>
          </a:solidFill>
          <a:ln w="25400">
            <a:solidFill>
              <a:srgbClr val="2D1959"/>
            </a:solidFill>
            <a:prstDash val="solid"/>
          </a:ln>
        </p:spPr>
      </p:sp>
      <p:pic>
        <p:nvPicPr>
          <p:cNvPr id="19" name="Image 0" descr="/home/vinicius/Documentos/projects/satellite/docs/mission-report/assets/vista_isometrica_helike_as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01952"/>
            <a:ext cx="3886200" cy="26791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237744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 SE A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RECUPERAÇÃO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TIVESSE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FALHAR?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502920" y="658368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 SERVO.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 PIROTECNIA.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 SOFTWARE DECIDINDO NADA.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3" name="Image 1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4" name="Image 2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0332720"/>
            <a:ext cx="1051560" cy="1051560"/>
          </a:xfrm>
          <a:prstGeom prst="rect">
            <a:avLst/>
          </a:prstGeom>
        </p:spPr>
      </p:pic>
      <p:pic>
        <p:nvPicPr>
          <p:cNvPr id="25" name="Image 3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0332720"/>
            <a:ext cx="9601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1143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TODO RECOVERY É UMA </a:t>
            </a:r>
            <a:pPr indent="0" marL="0">
              <a:buNone/>
            </a:pPr>
            <a:r>
              <a:rPr lang="en-US" sz="33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CADEIA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decide quando abrir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50008" y="41605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606040" y="310896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ATUADOR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743200" y="448056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servo ou pirotecnia dispara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53128" y="41605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709160" y="310896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ENERGIA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46320" y="448056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precisa estar lá na hora exata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56248" y="41605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812280" y="310896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51020"/>
          </a:solidFill>
          <a:ln w="25400">
            <a:solidFill>
              <a:srgbClr val="2D19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PARAQUEDAS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448056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precisa inflar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69494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QUEBROU UM ELO, 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502920" y="75895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PERDEU O SATÉLITE.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502920" y="8503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elo tem sua chance de falha. E elas se multiplicam: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mecanismo único carrega os quatro modos de falha de uma vez.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42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43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0332720"/>
            <a:ext cx="1051560" cy="1051560"/>
          </a:xfrm>
          <a:prstGeom prst="rect">
            <a:avLst/>
          </a:prstGeom>
        </p:spPr>
      </p:pic>
      <p:pic>
        <p:nvPicPr>
          <p:cNvPr id="44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601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1280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APRENDEMOS COM A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97280" y="1965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LASC 2025?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49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APOGEU ATINGIDO.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Comunicação perdida no voo.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paraquedas não abriu.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voo terminou balístico.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92040" y="356616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749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NEM DÁ PRA SABER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FALHOU.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66360" y="4343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 telemetria suficiente,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mecânica ou eletrônica?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Impossível distinguir.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766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 Couto #100 + SR Coutinho #261 · zero redundância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8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9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0332720"/>
            <a:ext cx="1051560" cy="1051560"/>
          </a:xfrm>
          <a:prstGeom prst="rect">
            <a:avLst/>
          </a:prstGeom>
        </p:spPr>
      </p:pic>
      <p:pic>
        <p:nvPicPr>
          <p:cNvPr id="30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601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SRAB NÃO MELHORA A CADEIA.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50292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 A ELIMINA.</a:t>
            </a:r>
            <a:endParaRPr lang="en-US" sz="310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× PARAQUEDAS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sequenciador decide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atuador dispara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energia disponível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tecido infla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6217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modos de falha em série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92040" y="32918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D1430"/>
          </a:solidFill>
          <a:ln w="25400">
            <a:solidFill>
              <a:srgbClr val="2D19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SRAB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166360" y="40690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sem sequenciador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sem atuador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asas abrem por física na ejeção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recuperação é aerodinâmica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6217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atuadores · zero mecanismo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7863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classe de falha "deployment" sai do projeto inteira.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0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1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0332720"/>
            <a:ext cx="1051560" cy="1051560"/>
          </a:xfrm>
          <a:prstGeom prst="rect">
            <a:avLst/>
          </a:prstGeom>
        </p:spPr>
      </p:pic>
      <p:pic>
        <p:nvPicPr>
          <p:cNvPr id="32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601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 SEMANA: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A GENTE CONSTRUIU ISSO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960120" cy="658368"/>
          </a:xfrm>
          <a:prstGeom prst="roundRect">
            <a:avLst>
              <a:gd name="adj" fmla="val 13889"/>
            </a:avLst>
          </a:prstGeom>
          <a:solidFill>
            <a:srgbClr val="1D1430"/>
          </a:solidFill>
          <a:ln w="12700">
            <a:solidFill>
              <a:srgbClr val="1D1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2958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83080" y="352958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formato 1P · 50×50×50 mm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960120" cy="658368"/>
          </a:xfrm>
          <a:prstGeom prst="roundRect">
            <a:avLst>
              <a:gd name="adj" fmla="val 13889"/>
            </a:avLst>
          </a:prstGeom>
          <a:solidFill>
            <a:srgbClr val="1D1430"/>
          </a:solidFill>
          <a:ln w="12700">
            <a:solidFill>
              <a:srgbClr val="1D1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708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783080" y="43708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física da autorrotação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02920" y="5065776"/>
            <a:ext cx="960120" cy="658368"/>
          </a:xfrm>
          <a:prstGeom prst="roundRect">
            <a:avLst>
              <a:gd name="adj" fmla="val 13889"/>
            </a:avLst>
          </a:prstGeom>
          <a:solidFill>
            <a:srgbClr val="1D1430"/>
          </a:solidFill>
          <a:ln w="12700">
            <a:solidFill>
              <a:srgbClr val="1D1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21208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83080" y="5212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 semente ao código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502920" y="5907024"/>
            <a:ext cx="960120" cy="658368"/>
          </a:xfrm>
          <a:prstGeom prst="roundRect">
            <a:avLst>
              <a:gd name="adj" fmla="val 13889"/>
            </a:avLst>
          </a:prstGeom>
          <a:solidFill>
            <a:srgbClr val="1D1430"/>
          </a:solidFill>
          <a:ln w="12700">
            <a:solidFill>
              <a:srgbClr val="1D1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05332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SEX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783080" y="60533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time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502920" y="6748272"/>
            <a:ext cx="960120" cy="658368"/>
          </a:xfrm>
          <a:prstGeom prst="roundRect">
            <a:avLst>
              <a:gd name="adj" fmla="val 13889"/>
            </a:avLst>
          </a:prstGeom>
          <a:solidFill>
            <a:srgbClr val="1D1430"/>
          </a:solidFill>
          <a:ln w="12700">
            <a:solidFill>
              <a:srgbClr val="1D14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89457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SÁB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783080" y="689457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números da validação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502920" y="7589520"/>
            <a:ext cx="960120" cy="658368"/>
          </a:xfrm>
          <a:prstGeom prst="roundRect">
            <a:avLst>
              <a:gd name="adj" fmla="val 13889"/>
            </a:avLst>
          </a:prstGeom>
          <a:solidFill>
            <a:srgbClr val="1D1430"/>
          </a:solidFill>
          <a:ln w="12700">
            <a:solidFill>
              <a:srgbClr val="1D1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773582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783080" y="77358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countdown do lançamento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9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40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0332720"/>
            <a:ext cx="1051560" cy="1051560"/>
          </a:xfrm>
          <a:prstGeom prst="rect">
            <a:avLst/>
          </a:prstGeom>
        </p:spPr>
      </p:pic>
      <p:pic>
        <p:nvPicPr>
          <p:cNvPr id="41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601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9144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645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SIGA PARA ACOMPANHAR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02920" y="2423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PASSO.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297680" y="3566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4000" dirty="0"/>
          </a:p>
        </p:txBody>
      </p:sp>
      <p:pic>
        <p:nvPicPr>
          <p:cNvPr id="21" name="Image 0" descr="/home/vinicius/Documentos/projects/satellite/docs/mission-report/assets/qr_code_link_reposito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0"/>
            <a:ext cx="1554480" cy="1554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aponte a câmera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286000" y="6812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github.com/ViniciusCMB/satellite</a:t>
            </a:r>
            <a:endParaRPr lang="en-US" sz="1700" dirty="0"/>
          </a:p>
        </p:txBody>
      </p:sp>
      <p:pic>
        <p:nvPicPr>
          <p:cNvPr id="24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7863840"/>
            <a:ext cx="1280160" cy="1280160"/>
          </a:xfrm>
          <a:prstGeom prst="rect">
            <a:avLst/>
          </a:prstGeom>
        </p:spPr>
      </p:pic>
      <p:pic>
        <p:nvPicPr>
          <p:cNvPr id="25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7863840"/>
            <a:ext cx="1170432" cy="12801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743200" y="9464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LASC 2026 · SERRA ROCKETRY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2026-08-24T01:12:15Z</dcterms:created>
  <dcterms:modified xsi:type="dcterms:W3CDTF">2026-08-24T01:12:15Z</dcterms:modified>
</cp:coreProperties>
</file>