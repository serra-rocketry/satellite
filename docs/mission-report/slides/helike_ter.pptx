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É UM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02920" y="2834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POCKETQUBE 1P?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8138160" cy="4206240"/>
          </a:xfrm>
          <a:prstGeom prst="roundRect">
            <a:avLst>
              <a:gd name="adj" fmla="val 2174"/>
            </a:avLst>
          </a:prstGeom>
          <a:solidFill>
            <a:srgbClr val="E8E4F0"/>
          </a:solidFill>
          <a:ln w="25400">
            <a:solidFill>
              <a:srgbClr val="2D1959"/>
            </a:solidFill>
            <a:prstDash val="solid"/>
          </a:ln>
        </p:spPr>
      </p:sp>
      <p:pic>
        <p:nvPicPr>
          <p:cNvPr id="23" name="Image 0" descr="/home/vinicius/Documentos/projects/satellite/docs/mission-report/figures/1P_ALBA_ORBITAL_frame_p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0" y="4434840"/>
            <a:ext cx="4023360" cy="3749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2920" y="86868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 × 50 × 50 mm · ~200 g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02920" y="93268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5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menor formato padronizado de satélite que existe.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7" name="Image 1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8" name="Image 2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9" name="Image 3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QUE 1P E NÃO CUBESAT?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2920" y="237744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65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CanSat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291840" y="2606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 envelope padronizado, sem herança de deployer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65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1U CubeSat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3291840" y="4206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cm, ~1 kg — consome o payload do Dédalo inteiro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557784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DED8EC"/>
          </a:solidFill>
          <a:ln w="25400">
            <a:solidFill>
              <a:srgbClr val="2D19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806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1P PocketQube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3291840" y="5806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cm, ~200 g — cabe na classe de 800 g com folga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74980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Frame de voo doado pela Alba Orbital no LASC 2025 — estrutura de alumínio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 backplate de FRP. A estrutura veio pronta; o esforço foi todo no SRAB.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2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3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4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HELIKE #213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02920" y="2286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RECUPERAÇÃO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0" y="22860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SRAB · 2 asas · passiva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VELOCIDADE FINAL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0" y="3063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13.33 m/s (limite 20, SF 1.5)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3840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CÉREBRO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600" y="3840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ESP32-C3 · telemetria 5 Hz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2920" y="4617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RÁDIO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0" y="46177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LoRa 915 MHz + GPS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2920" y="5394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ARMAZENAMENTO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57600" y="5394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SD card + LittleFS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02920" y="6172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ENERGIA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57600" y="6172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1300 mAh · ~8 h (req. 4 h)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2920" y="72237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Nada importante depende de uma coisa só.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5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6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7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AMANHÃ: A FÍSICA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" y="3703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 AUTORROTAÇÃO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16052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07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228600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github.com/ViniciusCMB/satellite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5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6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7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2026-08-24T01:09:25Z</dcterms:created>
  <dcterms:modified xsi:type="dcterms:W3CDTF">2026-08-24T01:09:25Z</dcterms:modified>
</cp:coreProperties>
</file>